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C20"/>
    <a:srgbClr val="00508F"/>
    <a:srgbClr val="CE2327"/>
    <a:srgbClr val="FAC0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43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B781-0ED2-4345-BEFE-C181358C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7811A-B747-FF4C-A0A5-B655595BF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730D7-ED37-2745-A414-000728F86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3BAF1-1BA7-944F-AB27-F7194C12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9E3F5-CF05-654C-936A-B7EE11DA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52D0-3979-9941-A24A-B32CDCD2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75386-0B34-114D-B7D2-4CA4AA64F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E3E58-A6D9-C146-946B-E93AB4452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24DF6-D3EE-A844-AD76-A2EEDDE6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4E1A7-FB26-CE48-989A-C30683B9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4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CB8F-73FF-974D-8519-48E78B48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BFA36-CA5D-F541-AD70-B6DC115D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85B00-E2D9-064F-8127-9EE35838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4C603-909E-7C47-9DBF-D4A20FC4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6C3D-1939-0B47-A115-960DD202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4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83F0-B7B1-7E4E-93F3-788F1295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3E8E-4619-6845-9A51-255FAD51C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96A7C-70A8-3840-A879-062C27C1D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D0C60-C8B3-6A44-BB80-C7D8E178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2FDCE-08C4-7649-9A2A-E62A4198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4D137-62F8-D44F-91EE-3CB3A75C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1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EB72-06DB-6046-B279-6BC6F53D9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16984-B8B7-7046-8650-29AA9C543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805C1-129F-5746-BFEA-2011D3D16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972A5-364D-9049-891E-A481DA3FA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CD5873-EEA6-F449-A699-ACC03E81C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05FE68-6557-E74C-A268-579F5637B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19859B-8414-6048-ACCF-879CD3BC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4EB1D0-65F5-6E44-9DC7-A04CCB08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59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0DC1-2EA7-2243-8A36-D3A7356E5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89F8C-AAB9-324B-924A-E9088E0D6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EE56D-0597-6140-8485-B89DE77DD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FA879-016C-5840-9C5B-226E715F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1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49A32-0A8D-5B4C-AAF9-4791D136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1DA65-E1E3-0A48-81F1-4D2A970CA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65A6A-9B42-364C-ADBE-232DF5B2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7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E046F-2C14-A447-A8BC-C20475A66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23171-0BA3-D64A-A529-A47F0CF08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E36D6-9991-AD46-B781-0E908AA9D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E6AE-61BF-B240-AA3D-CE90B0EE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25338-DF6F-404E-A6A3-568B08D1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1D5-BF02-8D4F-A954-56B16E19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3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4BD4-7B32-F742-A259-E8C97224A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050B1-79EE-D040-9FF4-E44D7D6E5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8C28C-70A4-8845-A22B-7A2869E35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DCAA9-6067-0443-8DF6-7AAABFB4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897E8-74FC-C147-BCA2-7A3B997D4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B87A6-A673-B048-8385-BB971B44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0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01EE-2899-C443-980A-1047A7400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DC479-6635-AD4F-BD2E-650AA7769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F340-2143-9941-9C0D-1D96B828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67849-8B5B-094D-97E6-E40CACA4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CEA23-0777-2341-9E8E-E6C1B5BA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47C28C-88BB-2F49-A9CA-17AC966259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ADA55-430D-1A4D-AC93-0F2A21D74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920-FD37-D746-9B26-EAAB13AA5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AA70D-0969-BD4C-8BAB-89A0AD80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BB90-1FAB-E647-BD12-D3D51627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7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B295B0-1D88-9647-A42E-3C9913404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B56D7-1EC1-A34F-B8A3-6580D032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FB18E-4932-ED40-8EDD-A7A4ADA270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7341E-E8D5-574D-9C77-42D65F8270B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404A4-9777-484C-9646-FA1FA153E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C862-D871-BB43-81F2-808EB0347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8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722F226-1869-8E41-815F-BB265B7B6D53}"/>
              </a:ext>
            </a:extLst>
          </p:cNvPr>
          <p:cNvGrpSpPr/>
          <p:nvPr/>
        </p:nvGrpSpPr>
        <p:grpSpPr>
          <a:xfrm>
            <a:off x="-174735" y="302254"/>
            <a:ext cx="3930285" cy="3051438"/>
            <a:chOff x="1105853" y="3112532"/>
            <a:chExt cx="3930285" cy="305143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50D1902-47FF-2242-B336-0D2052D3BE04}"/>
                </a:ext>
              </a:extLst>
            </p:cNvPr>
            <p:cNvGrpSpPr/>
            <p:nvPr/>
          </p:nvGrpSpPr>
          <p:grpSpPr>
            <a:xfrm>
              <a:off x="1105853" y="3112532"/>
              <a:ext cx="3930285" cy="3051438"/>
              <a:chOff x="1437530" y="3233922"/>
              <a:chExt cx="3930285" cy="3051438"/>
            </a:xfrm>
          </p:grpSpPr>
          <p:sp>
            <p:nvSpPr>
              <p:cNvPr id="9" name="Hexagon 8">
                <a:extLst>
                  <a:ext uri="{FF2B5EF4-FFF2-40B4-BE49-F238E27FC236}">
                    <a16:creationId xmlns:a16="http://schemas.microsoft.com/office/drawing/2014/main" id="{31B49C59-83FA-844A-B1DE-60C8F25E914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2099615" y="3605880"/>
                <a:ext cx="2611301" cy="2273022"/>
              </a:xfrm>
              <a:prstGeom prst="hexagon">
                <a:avLst>
                  <a:gd name="adj" fmla="val 28372"/>
                  <a:gd name="vf" fmla="val 11547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698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E895F9-9D5A-1B4D-A720-19BE2B31C910}"/>
                  </a:ext>
                </a:extLst>
              </p:cNvPr>
              <p:cNvSpPr txBox="1"/>
              <p:nvPr/>
            </p:nvSpPr>
            <p:spPr>
              <a:xfrm rot="19733941">
                <a:off x="2136302" y="3528240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FD5C7F-AC07-AC4E-8B7F-CFBADFDD503C}"/>
                  </a:ext>
                </a:extLst>
              </p:cNvPr>
              <p:cNvSpPr txBox="1"/>
              <p:nvPr/>
            </p:nvSpPr>
            <p:spPr>
              <a:xfrm rot="1826693">
                <a:off x="3156602" y="3970980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5E255F4-C803-AC47-B6FE-468BA3BD9E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18080" y="4084733"/>
                <a:ext cx="1344659" cy="1344659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5CA8DE-3840-BA48-A3BE-A18C846ABAB0}"/>
                  </a:ext>
                </a:extLst>
              </p:cNvPr>
              <p:cNvSpPr txBox="1"/>
              <p:nvPr/>
            </p:nvSpPr>
            <p:spPr>
              <a:xfrm rot="5400000">
                <a:off x="3329321" y="5048949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B1EBAC-B4A7-3D4F-998E-C7AB7F5FC136}"/>
                  </a:ext>
                </a:extLst>
              </p:cNvPr>
              <p:cNvSpPr txBox="1"/>
              <p:nvPr/>
            </p:nvSpPr>
            <p:spPr>
              <a:xfrm rot="8885002">
                <a:off x="2440645" y="5741687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786012-11EC-C341-BE9C-7916974631F6}"/>
                  </a:ext>
                </a:extLst>
              </p:cNvPr>
              <p:cNvSpPr txBox="1"/>
              <p:nvPr/>
            </p:nvSpPr>
            <p:spPr>
              <a:xfrm rot="12668743">
                <a:off x="1437530" y="5287716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DF6217C-375B-8941-88DC-8CA681893C89}"/>
                  </a:ext>
                </a:extLst>
              </p:cNvPr>
              <p:cNvSpPr txBox="1"/>
              <p:nvPr/>
            </p:nvSpPr>
            <p:spPr>
              <a:xfrm rot="16200000">
                <a:off x="1272938" y="4208724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78A26EA-7943-3C4F-8756-B90456BD70B0}"/>
                </a:ext>
              </a:extLst>
            </p:cNvPr>
            <p:cNvSpPr/>
            <p:nvPr/>
          </p:nvSpPr>
          <p:spPr>
            <a:xfrm>
              <a:off x="2378378" y="3907783"/>
              <a:ext cx="1356773" cy="18795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3200" b="1" dirty="0">
                  <a:ln w="12700">
                    <a:solidFill>
                      <a:schemeClr val="accent2"/>
                    </a:solidFill>
                    <a:prstDash val="solid"/>
                  </a:ln>
                  <a:solidFill>
                    <a:schemeClr val="accent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shinycustomloader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EE62A03-0923-D148-96E5-750FD63540D7}"/>
              </a:ext>
            </a:extLst>
          </p:cNvPr>
          <p:cNvGrpSpPr/>
          <p:nvPr/>
        </p:nvGrpSpPr>
        <p:grpSpPr>
          <a:xfrm>
            <a:off x="521671" y="3636371"/>
            <a:ext cx="2721600" cy="2369033"/>
            <a:chOff x="4449163" y="1581680"/>
            <a:chExt cx="2721600" cy="2369033"/>
          </a:xfrm>
        </p:grpSpPr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249726FC-7986-8A4B-866D-A442DA5692A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4449163" y="1581680"/>
              <a:ext cx="2721600" cy="2369033"/>
            </a:xfrm>
            <a:prstGeom prst="hexagon">
              <a:avLst>
                <a:gd name="adj" fmla="val 28372"/>
                <a:gd name="vf" fmla="val 11547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98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611CDD7-ACB9-654D-9504-8BB131BBE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59692" y="2133323"/>
              <a:ext cx="1344659" cy="1344659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0AC14C0-08F9-884D-8462-A12F37203523}"/>
                </a:ext>
              </a:extLst>
            </p:cNvPr>
            <p:cNvSpPr/>
            <p:nvPr/>
          </p:nvSpPr>
          <p:spPr>
            <a:xfrm rot="179386">
              <a:off x="4953805" y="1944363"/>
              <a:ext cx="1708855" cy="1980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6600" b="1" dirty="0">
                  <a:ln w="12700">
                    <a:solidFill>
                      <a:schemeClr val="accent2"/>
                    </a:solidFill>
                    <a:prstDash val="solid"/>
                  </a:ln>
                  <a:solidFill>
                    <a:schemeClr val="accent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shinycustomloader</a:t>
              </a:r>
            </a:p>
          </p:txBody>
        </p:sp>
      </p:grpSp>
      <p:sp>
        <p:nvSpPr>
          <p:cNvPr id="36" name="Hexagon 35">
            <a:extLst>
              <a:ext uri="{FF2B5EF4-FFF2-40B4-BE49-F238E27FC236}">
                <a16:creationId xmlns:a16="http://schemas.microsoft.com/office/drawing/2014/main" id="{90E46B38-1301-774F-8904-FFF8966BD8C2}"/>
              </a:ext>
            </a:extLst>
          </p:cNvPr>
          <p:cNvSpPr>
            <a:spLocks noChangeAspect="1"/>
          </p:cNvSpPr>
          <p:nvPr/>
        </p:nvSpPr>
        <p:spPr>
          <a:xfrm rot="1800000">
            <a:off x="4730817" y="1018831"/>
            <a:ext cx="2721600" cy="2369033"/>
          </a:xfrm>
          <a:prstGeom prst="hexagon">
            <a:avLst>
              <a:gd name="adj" fmla="val 28372"/>
              <a:gd name="vf" fmla="val 115470"/>
            </a:avLst>
          </a:prstGeom>
          <a:solidFill>
            <a:schemeClr val="accent1"/>
          </a:solidFill>
          <a:ln w="698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226189-5293-0C4D-AC40-8A0088908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363" y="856977"/>
            <a:ext cx="2438400" cy="2806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3D18A4-2723-5440-B693-04856A527B7F}"/>
              </a:ext>
            </a:extLst>
          </p:cNvPr>
          <p:cNvSpPr txBox="1"/>
          <p:nvPr/>
        </p:nvSpPr>
        <p:spPr>
          <a:xfrm>
            <a:off x="7747960" y="3900088"/>
            <a:ext cx="26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hexb.in</a:t>
            </a:r>
            <a:r>
              <a:rPr lang="en-US" dirty="0"/>
              <a:t>/</a:t>
            </a:r>
            <a:r>
              <a:rPr lang="en-US" dirty="0" err="1"/>
              <a:t>sticker.html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13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6659D-6F05-33F3-1669-68B3F2849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Hexagon 35">
            <a:extLst>
              <a:ext uri="{FF2B5EF4-FFF2-40B4-BE49-F238E27FC236}">
                <a16:creationId xmlns:a16="http://schemas.microsoft.com/office/drawing/2014/main" id="{441EC8EB-CA41-4C09-542D-4E91597F62C7}"/>
              </a:ext>
            </a:extLst>
          </p:cNvPr>
          <p:cNvSpPr>
            <a:spLocks noChangeAspect="1"/>
          </p:cNvSpPr>
          <p:nvPr/>
        </p:nvSpPr>
        <p:spPr>
          <a:xfrm rot="1800000">
            <a:off x="4730817" y="1018831"/>
            <a:ext cx="2721600" cy="2369033"/>
          </a:xfrm>
          <a:prstGeom prst="hexagon">
            <a:avLst>
              <a:gd name="adj" fmla="val 28372"/>
              <a:gd name="vf" fmla="val 115470"/>
            </a:avLst>
          </a:prstGeom>
          <a:solidFill>
            <a:srgbClr val="FAC013"/>
          </a:solidFill>
          <a:ln w="69850">
            <a:solidFill>
              <a:srgbClr val="CE23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9AA1E-B324-0E9A-C19D-3286DAB400DC}"/>
              </a:ext>
            </a:extLst>
          </p:cNvPr>
          <p:cNvSpPr txBox="1"/>
          <p:nvPr/>
        </p:nvSpPr>
        <p:spPr>
          <a:xfrm>
            <a:off x="5110981" y="1243292"/>
            <a:ext cx="196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1A1C20"/>
                </a:solidFill>
                <a:latin typeface="Aptos Display" panose="020B0004020202020204" pitchFamily="34" charset="0"/>
              </a:rPr>
              <a:t>raptools</a:t>
            </a:r>
          </a:p>
        </p:txBody>
      </p:sp>
      <p:pic>
        <p:nvPicPr>
          <p:cNvPr id="8" name="Picture 7" descr="A red box with tools in it&#10;&#10;AI-generated content may be incorrect.">
            <a:extLst>
              <a:ext uri="{FF2B5EF4-FFF2-40B4-BE49-F238E27FC236}">
                <a16:creationId xmlns:a16="http://schemas.microsoft.com/office/drawing/2014/main" id="{F72F4D3E-FE8C-757E-795C-1742B0764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708" y="2574233"/>
            <a:ext cx="1082584" cy="10825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62F52B-A468-F64D-CFBB-1BF2FA1E1F2F}"/>
              </a:ext>
            </a:extLst>
          </p:cNvPr>
          <p:cNvSpPr txBox="1"/>
          <p:nvPr/>
        </p:nvSpPr>
        <p:spPr>
          <a:xfrm rot="16200000">
            <a:off x="6348229" y="2090288"/>
            <a:ext cx="15856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10.32614/</a:t>
            </a:r>
            <a:r>
              <a:rPr lang="en-US" sz="800" dirty="0" err="1"/>
              <a:t>CRAN.package.raptools</a:t>
            </a:r>
            <a:endParaRPr lang="en-US" sz="800" dirty="0"/>
          </a:p>
        </p:txBody>
      </p:sp>
      <p:pic>
        <p:nvPicPr>
          <p:cNvPr id="31" name="Picture 30" descr="A line drawn on a black background&#10;&#10;AI-generated content may be incorrect.">
            <a:extLst>
              <a:ext uri="{FF2B5EF4-FFF2-40B4-BE49-F238E27FC236}">
                <a16:creationId xmlns:a16="http://schemas.microsoft.com/office/drawing/2014/main" id="{7797DBF5-74FA-9CA3-B2A6-D981F5BAE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154" y="1405165"/>
            <a:ext cx="1585691" cy="158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860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>
            <a:extLst>
              <a:ext uri="{FF2B5EF4-FFF2-40B4-BE49-F238E27FC236}">
                <a16:creationId xmlns:a16="http://schemas.microsoft.com/office/drawing/2014/main" id="{D2716E92-5373-24A2-DDA7-20BF5D62317E}"/>
              </a:ext>
            </a:extLst>
          </p:cNvPr>
          <p:cNvSpPr>
            <a:spLocks noChangeAspect="1"/>
          </p:cNvSpPr>
          <p:nvPr/>
        </p:nvSpPr>
        <p:spPr>
          <a:xfrm rot="1800000">
            <a:off x="4730817" y="1018831"/>
            <a:ext cx="2721600" cy="2369033"/>
          </a:xfrm>
          <a:prstGeom prst="hexagon">
            <a:avLst>
              <a:gd name="adj" fmla="val 28372"/>
              <a:gd name="vf" fmla="val 115470"/>
            </a:avLst>
          </a:prstGeom>
          <a:solidFill>
            <a:schemeClr val="accent6">
              <a:lumMod val="40000"/>
              <a:lumOff val="60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D6695-0171-9857-4507-93032D54EC96}"/>
              </a:ext>
            </a:extLst>
          </p:cNvPr>
          <p:cNvSpPr txBox="1"/>
          <p:nvPr/>
        </p:nvSpPr>
        <p:spPr>
          <a:xfrm>
            <a:off x="5110980" y="1117862"/>
            <a:ext cx="196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1A1C20"/>
                </a:solidFill>
                <a:latin typeface="Aptos Display" panose="020B0004020202020204" pitchFamily="34" charset="0"/>
              </a:rPr>
              <a:t>raptools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58969D-E73E-4915-AA7E-4AC7FF765BCD}"/>
              </a:ext>
            </a:extLst>
          </p:cNvPr>
          <p:cNvSpPr txBox="1"/>
          <p:nvPr/>
        </p:nvSpPr>
        <p:spPr>
          <a:xfrm rot="16200000">
            <a:off x="6348229" y="2090288"/>
            <a:ext cx="15856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10.32614/</a:t>
            </a:r>
            <a:r>
              <a:rPr lang="en-US" sz="800" dirty="0" err="1"/>
              <a:t>CRAN.package.raptools</a:t>
            </a:r>
            <a:endParaRPr lang="en-US" sz="800" dirty="0"/>
          </a:p>
        </p:txBody>
      </p:sp>
      <p:pic>
        <p:nvPicPr>
          <p:cNvPr id="17" name="Picture 16" descr="A box with a lid&#10;&#10;AI-generated content may be incorrect.">
            <a:extLst>
              <a:ext uri="{FF2B5EF4-FFF2-40B4-BE49-F238E27FC236}">
                <a16:creationId xmlns:a16="http://schemas.microsoft.com/office/drawing/2014/main" id="{26CC110C-4F39-495C-B3C9-76B9D45EC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52359" flipH="1">
            <a:off x="4875574" y="1909882"/>
            <a:ext cx="1322149" cy="1498200"/>
          </a:xfrm>
          <a:prstGeom prst="rect">
            <a:avLst/>
          </a:prstGeom>
        </p:spPr>
      </p:pic>
      <p:pic>
        <p:nvPicPr>
          <p:cNvPr id="21" name="Picture 20" descr="A blue and grey curved lines&#10;&#10;AI-generated content may be incorrect.">
            <a:extLst>
              <a:ext uri="{FF2B5EF4-FFF2-40B4-BE49-F238E27FC236}">
                <a16:creationId xmlns:a16="http://schemas.microsoft.com/office/drawing/2014/main" id="{9A81CE69-80F4-ADE2-CB1D-1C24D3D22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2195">
            <a:off x="5791807" y="1597261"/>
            <a:ext cx="793399" cy="837002"/>
          </a:xfrm>
          <a:prstGeom prst="rect">
            <a:avLst/>
          </a:prstGeom>
        </p:spPr>
      </p:pic>
      <p:pic>
        <p:nvPicPr>
          <p:cNvPr id="27" name="Picture 26" descr="A graph of a graph&#10;&#10;AI-generated content may be incorrect.">
            <a:extLst>
              <a:ext uri="{FF2B5EF4-FFF2-40B4-BE49-F238E27FC236}">
                <a16:creationId xmlns:a16="http://schemas.microsoft.com/office/drawing/2014/main" id="{AE0D29AA-2AF9-0C86-F737-70BA497DD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74848">
            <a:off x="5844435" y="2358220"/>
            <a:ext cx="377489" cy="343393"/>
          </a:xfrm>
          <a:prstGeom prst="rect">
            <a:avLst/>
          </a:prstGeom>
        </p:spPr>
      </p:pic>
      <p:pic>
        <p:nvPicPr>
          <p:cNvPr id="31" name="Picture 30" descr="A blue and grey line&#10;&#10;AI-generated content may be incorrect.">
            <a:extLst>
              <a:ext uri="{FF2B5EF4-FFF2-40B4-BE49-F238E27FC236}">
                <a16:creationId xmlns:a16="http://schemas.microsoft.com/office/drawing/2014/main" id="{C9C56B78-919A-E94C-FF12-9EC1ECCDD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675" y="2217851"/>
            <a:ext cx="785649" cy="78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660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33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 Display</vt:lpstr>
      <vt:lpstr>Arial</vt:lpstr>
      <vt:lpstr>Calibri</vt:lpstr>
      <vt:lpstr>Calibri Light</vt:lpstr>
      <vt:lpstr>Fira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 Tanaka</dc:creator>
  <cp:lastModifiedBy>Perez Vicencio Daniel (External)</cp:lastModifiedBy>
  <cp:revision>23</cp:revision>
  <dcterms:created xsi:type="dcterms:W3CDTF">2018-03-31T22:20:45Z</dcterms:created>
  <dcterms:modified xsi:type="dcterms:W3CDTF">2025-12-02T19:39:25Z</dcterms:modified>
</cp:coreProperties>
</file>